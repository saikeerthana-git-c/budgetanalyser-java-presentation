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9" y="6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Keerthana Pishke" userId="70b88e53384ae9fa" providerId="LiveId" clId="{8603900A-8D52-46FF-A7EE-998291512B76}"/>
    <pc:docChg chg="modSld">
      <pc:chgData name="Sai Keerthana Pishke" userId="70b88e53384ae9fa" providerId="LiveId" clId="{8603900A-8D52-46FF-A7EE-998291512B76}" dt="2026-10-16T08:01:44.475" v="7" actId="20577"/>
      <pc:docMkLst>
        <pc:docMk/>
      </pc:docMkLst>
      <pc:sldChg chg="modSp mod">
        <pc:chgData name="Sai Keerthana Pishke" userId="70b88e53384ae9fa" providerId="LiveId" clId="{8603900A-8D52-46FF-A7EE-998291512B76}" dt="2026-10-16T08:01:44.475" v="7" actId="20577"/>
        <pc:sldMkLst>
          <pc:docMk/>
          <pc:sldMk cId="0" sldId="256"/>
        </pc:sldMkLst>
        <pc:spChg chg="mod">
          <ac:chgData name="Sai Keerthana Pishke" userId="70b88e53384ae9fa" providerId="LiveId" clId="{8603900A-8D52-46FF-A7EE-998291512B76}" dt="2026-10-16T08:01:44.475" v="7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0" y="640080"/>
            <a:ext cx="2103120" cy="2103120"/>
          </a:xfrm>
          <a:prstGeom prst="ellipse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1828800"/>
            <a:ext cx="1234440" cy="1234440"/>
          </a:xfrm>
          <a:prstGeom prst="ellipse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183879" y="3200400"/>
            <a:ext cx="685800" cy="685800"/>
          </a:xfrm>
          <a:prstGeom prst="ellipse">
            <a:avLst/>
          </a:prstGeom>
          <a:solidFill>
            <a:srgbClr val="FFC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3840480"/>
            <a:ext cx="960120" cy="960120"/>
          </a:xfrm>
          <a:prstGeom prst="ellipse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JAVA PROGRAMMING PROJECT  |  CO1–CO6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772400" cy="1600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"/>
              </a:defRPr>
            </a:pPr>
            <a:r>
              <a:t>MONTHLY EXPENSE</a:t>
            </a:r>
            <a:br/>
            <a:r>
              <a:t>&amp; BUDGET 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154680"/>
            <a:ext cx="694944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800" b="0">
                <a:solidFill>
                  <a:srgbClr val="B2C2D6"/>
                </a:solidFill>
                <a:latin typeface="Aptos"/>
              </a:defRPr>
            </a:pPr>
            <a:r>
              <a:t>Track spending. Understand your budget. Make smarter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72000"/>
            <a:ext cx="6903720" cy="105156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4782312"/>
            <a:ext cx="640080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2620030616 — Sai Keerthana</a:t>
            </a:r>
            <a:br/>
            <a:r>
              <a:t>2620030624 — Sai Praneeth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09360"/>
            <a:ext cx="5486400" cy="249299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2C2D6"/>
                </a:solidFill>
                <a:latin typeface="Aptos"/>
              </a:defRPr>
            </a:pPr>
            <a:r>
              <a:rPr lang="en-IN"/>
              <a:t>PSPJ</a:t>
            </a:r>
            <a:r>
              <a:t> </a:t>
            </a:r>
            <a:r>
              <a:rPr dirty="0"/>
              <a:t>• JAVA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Abstract &amp;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4944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446520" cy="41605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A Java console application that records monthly expenses and compares them with a planned budget.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Inputs: monthly budget, number of expenses, category, description and amount.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Processing: validate amounts, calculate totals and analyse spending.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Outputs: average, highest expense, remaining budget, percentage used and budget status.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Expense records are saved in a text file for later viewing.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FFC35A"/>
                </a:solidFill>
                <a:latin typeface="Aptos"/>
              </a:defRPr>
            </a:pPr>
            <a:r>
              <a:t>PROBLEM TO 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31720"/>
            <a:ext cx="3063240" cy="3429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People can lose track of everyday purchases and exceed their monthly budget. This program makes spending easier to understand.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INPUT, DATA TYPES &amp;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CO1 — Java Foundations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CEE8F4"/>
                </a:solidFill>
                <a:latin typeface="Consolas"/>
              </a:defRPr>
            </a:pPr>
            <a:r>
              <a:t>Scanner sc = new Scanner(System.in);</a:t>
            </a:r>
            <a:br/>
            <a:br/>
            <a:r>
              <a:t>System.out.print("Enter monthly budget: ₹");</a:t>
            </a:r>
            <a:br/>
            <a:r>
              <a:t>double budget = sc.nextDouble();</a:t>
            </a:r>
            <a:br/>
            <a:br/>
            <a:r>
              <a:t>System.out.print("Enter number of expenses: ");</a:t>
            </a:r>
            <a:br/>
            <a:r>
              <a:t>int n = sc.nextInt();</a:t>
            </a:r>
            <a:br/>
            <a:r>
              <a:t>sc.nextLine();</a:t>
            </a:r>
            <a:br/>
            <a:br/>
            <a:r>
              <a:t>System.out.printf("Monthly Budget: ₹%.2f%n", budget);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Scanner reads console input.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double stores money values; int stores counts.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printf formats the budget output.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The program follows input → process →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CONTROL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CO2 — Conditions &amp; Loops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400" b="0">
                <a:solidFill>
                  <a:srgbClr val="CEE8F4"/>
                </a:solidFill>
                <a:latin typeface="Consolas"/>
              </a:defRPr>
            </a:pPr>
            <a:r>
              <a:t>static String getBudgetStatus(double budget, double total) {</a:t>
            </a:r>
            <a:br/>
            <a:r>
              <a:t>    if (total &lt; budget) return "WITHIN BUDGET";</a:t>
            </a:r>
            <a:br/>
            <a:r>
              <a:t>    else if (total == budget) return "BUDGET FULLY USED";</a:t>
            </a:r>
            <a:br/>
            <a:r>
              <a:t>    else return "OVER BUDGET";</a:t>
            </a:r>
            <a:br/>
            <a:r>
              <a:t>}</a:t>
            </a:r>
            <a:br/>
            <a:br/>
            <a:r>
              <a:t>for (int i = 0; i &lt; n; i++) {</a:t>
            </a:r>
            <a:br/>
            <a:r>
              <a:t>    // read each expense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if-else selects a budget status.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for repeats the input steps for each expense.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while repeats until a valid amount is entered.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Conditions also generate budget warning messages.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REUSABLE CALCULATIONS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CO3 — Methods &amp; Arrays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CEE8F4"/>
                </a:solidFill>
                <a:latin typeface="Consolas"/>
              </a:defRPr>
            </a:pPr>
            <a:r>
              <a:t>static double calculateTotal(double[] amounts) {</a:t>
            </a:r>
            <a:br/>
            <a:r>
              <a:t>    double total = 0;</a:t>
            </a:r>
            <a:br/>
            <a:r>
              <a:t>    for (double amount : amounts) {</a:t>
            </a:r>
            <a:br/>
            <a:r>
              <a:t>        total += amount;</a:t>
            </a:r>
            <a:br/>
            <a:r>
              <a:t>    }</a:t>
            </a:r>
            <a:br/>
            <a:r>
              <a:t>    return total;</a:t>
            </a:r>
            <a:br/>
            <a:r>
              <a:t>}</a:t>
            </a:r>
            <a:br/>
            <a:br/>
            <a:r>
              <a:t>static double calculateAverage(double[] amounts) {</a:t>
            </a:r>
            <a:br/>
            <a:r>
              <a:t>    if (amounts.length == 0) return 0;</a:t>
            </a:r>
            <a:br/>
            <a:r>
              <a:t>    return calculateTotal(amounts) / amounts.length;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A 1D array stores the expense amounts.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The loop adds all amounts together.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Methods keep calculations reusable and organised.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The empty-array check avoids division by zero.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OBJECT-ORIENTED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CO4 — Classes, Objects &amp; Exceptions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CEE8F4"/>
                </a:solidFill>
                <a:latin typeface="Consolas"/>
              </a:defRPr>
            </a:pPr>
            <a:r>
              <a:t>static class Expense {</a:t>
            </a:r>
            <a:br/>
            <a:r>
              <a:t>    private String category;</a:t>
            </a:r>
            <a:br/>
            <a:r>
              <a:t>    private String description;</a:t>
            </a:r>
            <a:br/>
            <a:r>
              <a:t>    private double amount;</a:t>
            </a:r>
            <a:br/>
            <a:br/>
            <a:r>
              <a:t>    Expense(String category, String description,</a:t>
            </a:r>
            <a:br/>
            <a:r>
              <a:t>            double amount) {</a:t>
            </a:r>
            <a:br/>
            <a:r>
              <a:t>        this.category = category;</a:t>
            </a:r>
            <a:br/>
            <a:r>
              <a:t>        this.description = description;</a:t>
            </a:r>
            <a:br/>
            <a:r>
              <a:t>        this.amount = amount;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Expense is a blueprint for one record.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The constructor initialises each object.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private fields support encapsulation.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try-catch handles invalid amount input.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SAVE AND LOAD EXPENSES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CO5 — Strings &amp; File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300" b="0">
                <a:solidFill>
                  <a:srgbClr val="CEE8F4"/>
                </a:solidFill>
                <a:latin typeface="Consolas"/>
              </a:defRPr>
            </a:pPr>
            <a:r>
              <a:t>String line = e.getCategory() + ","</a:t>
            </a:r>
            <a:br/>
            <a:r>
              <a:t>            + e.getDescription() + ","</a:t>
            </a:r>
            <a:br/>
            <a:r>
              <a:t>            + e.getAmount();</a:t>
            </a:r>
            <a:br/>
            <a:r>
              <a:t>lines.add(line);</a:t>
            </a:r>
            <a:br/>
            <a:br/>
            <a:r>
              <a:t>Files.write(Path.of("expenses.txt"), lines);</a:t>
            </a:r>
            <a:br/>
            <a:br/>
            <a:r>
              <a:t>List&lt;String&gt; saved =</a:t>
            </a:r>
            <a:br/>
            <a:r>
              <a:t>    Files.readAllLines(Path.of("expenses.txt"));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String concatenation creates a saved record.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Files.write stores data in expenses.txt.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Files.readAllLines loads saved lines.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split(",") separates fields when displaying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CATEGORY-WISE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CO6 — Collections &amp; 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951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6656832" cy="4297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defRPr sz="1200" b="0">
                <a:solidFill>
                  <a:srgbClr val="CEE8F4"/>
                </a:solidFill>
                <a:latin typeface="Consolas"/>
              </a:defRPr>
            </a:pPr>
            <a:r>
              <a:t>Map&lt;String, Double&gt; categoryTotals =</a:t>
            </a:r>
            <a:br/>
            <a:r>
              <a:t>    expenses.stream()</a:t>
            </a:r>
            <a:br/>
            <a:r>
              <a:t>        .filter(e -&gt; e.getAmount() &gt; 0)</a:t>
            </a:r>
            <a:br/>
            <a:r>
              <a:t>        .collect(Collectors.groupingBy(</a:t>
            </a:r>
            <a:br/>
            <a:r>
              <a:t>            Expense::getCategory,</a:t>
            </a:r>
            <a:br/>
            <a:r>
              <a:t>            Collectors.summingDouble(</a:t>
            </a:r>
            <a:br/>
            <a:r>
              <a:t>                Expense::getAmount)));</a:t>
            </a:r>
            <a:br/>
            <a:br/>
            <a:r>
              <a:t>categoryTotals.forEach((category, total) -&gt;</a:t>
            </a:r>
            <a:br/>
            <a:r>
              <a:t>    System.out.printf("%-15s : ₹%.2f%n",</a:t>
            </a:r>
            <a:br/>
            <a:r>
              <a:t>                      category, total));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32DCBE"/>
                </a:solidFill>
                <a:latin typeface="Aptos"/>
              </a:defRPr>
            </a:pPr>
            <a:r>
              <a:t>ONLY THE KEY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154680" cy="361188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ArrayList stores Expense objects.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Map stores category names and their totals.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filter keeps positive expenses.</a:t>
            </a:r>
          </a:p>
          <a:p>
            <a:pPr>
              <a:spcAft>
                <a:spcPts val="8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 groupingBy and summingDouble calculate category totals.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ILLUSTRATIVE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Sample Output &amp; Budget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54480"/>
            <a:ext cx="6766560" cy="4617720"/>
          </a:xfrm>
          <a:prstGeom prst="roundRect">
            <a:avLst/>
          </a:prstGeom>
          <a:solidFill>
            <a:srgbClr val="09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10512"/>
            <a:ext cx="6309360" cy="41148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400" b="0">
                <a:solidFill>
                  <a:srgbClr val="CEE8F4"/>
                </a:solidFill>
                <a:latin typeface="Consolas"/>
              </a:defRPr>
            </a:pPr>
            <a:r>
              <a:t>========== BUDGET ANALYSIS ==========</a:t>
            </a:r>
            <a:br/>
            <a:r>
              <a:t>Monthly Budget       : ₹5000.00</a:t>
            </a:r>
            <a:br/>
            <a:r>
              <a:t>Total Spent          : ₹3500.00</a:t>
            </a:r>
            <a:br/>
            <a:r>
              <a:t>Average Expense      : ₹875.00</a:t>
            </a:r>
            <a:br/>
            <a:r>
              <a:t>Highest Expense      : ₹1500.00</a:t>
            </a:r>
            <a:br/>
            <a:r>
              <a:t>Remaining Budget     : ₹1500.00</a:t>
            </a:r>
            <a:br/>
            <a:r>
              <a:t>Budget Used          : 70.00%</a:t>
            </a:r>
            <a:br/>
            <a:r>
              <a:t>Budget Status        : WITHIN BUDGET</a:t>
            </a:r>
            <a:br/>
            <a:br/>
            <a:r>
              <a:t>--- CATEGORY-WISE ANALYSIS ---</a:t>
            </a:r>
            <a:br/>
            <a:r>
              <a:t>Food                 : ₹1200.00</a:t>
            </a:r>
            <a:br/>
            <a:r>
              <a:t>Travel               : ₹800.00</a:t>
            </a:r>
            <a:br/>
            <a:r>
              <a:t>Shopping             : ₹1500.00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554480"/>
            <a:ext cx="3840480" cy="4617720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828800"/>
            <a:ext cx="320040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FFC35A"/>
                </a:solidFill>
                <a:latin typeface="Aptos"/>
              </a:defRPr>
            </a:pPr>
            <a:r>
              <a:t>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286000"/>
            <a:ext cx="3246120" cy="34747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Spending is compared with the budget.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Remaining money is displayed.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The category totals show where money goes.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Sample figures are illustrative; use actual output if available.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Workflow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4944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446520" cy="41605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1. Enter the monthly budget and number of expenses.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2. Enter category, description and amount for each expense.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3. Validate the amount and store the expense.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4. Calculate totals, average, highest expense and budget status.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 5. Analyse categories, save records and display the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FFC35A"/>
                </a:solidFill>
                <a:latin typeface="Aptos"/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31720"/>
            <a:ext cx="3063240" cy="3429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• Positive amount: accepted</a:t>
            </a:r>
            <a:br/>
            <a:br/>
            <a:r>
              <a:t>• Text/zero/negative amount: rejected and requested again</a:t>
            </a:r>
            <a:br/>
            <a:br/>
            <a:r>
              <a:t>• Total below/equal/above budget: status changes accordingly</a:t>
            </a:r>
            <a:br/>
            <a:br/>
            <a:r>
              <a:t>• Missing file: friendly message is displayed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8229600" cy="25603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000" b="1">
                <a:solidFill>
                  <a:srgbClr val="32DCBE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6949440" cy="461772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6446520" cy="41605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The project turns monthly expense entries into a clear financial summary.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It applies the key Java concepts from CO1 to CO6 without lengthy theory.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Methods and arrays support calculations; classes represent expense records.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File handling saves data, while collections and streams analyse categories.</a:t>
            </a:r>
          </a:p>
          <a:p>
            <a:pPr>
              <a:spcAft>
                <a:spcPts val="8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 Future improvements could include charts, monthly history and editing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554480"/>
            <a:ext cx="3657600" cy="4617720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347472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200" b="1">
                <a:solidFill>
                  <a:srgbClr val="FFC35A"/>
                </a:solidFill>
                <a:latin typeface="Aptos"/>
              </a:defRPr>
            </a:pPr>
            <a:r>
              <a:t>KEY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331720"/>
            <a:ext cx="3063240" cy="34290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t>A simple way to understand spending habits, monitor the budget and notice high expenses before they become a problem.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C50942-4D4C-C00B-C2DB-D8D715913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64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E42AA-5BAF-A255-344A-7B0035A5F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409D2-E523-1604-A22A-7BCC94925DDE}"/>
              </a:ext>
            </a:extLst>
          </p:cNvPr>
          <p:cNvSpPr txBox="1"/>
          <p:nvPr/>
        </p:nvSpPr>
        <p:spPr>
          <a:xfrm>
            <a:off x="594360" y="621792"/>
            <a:ext cx="10972800" cy="52629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rPr lang="en-IN" dirty="0"/>
              <a:t>GITHUB URL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76BC1C-5B9D-D655-D287-E78BC863FDD4}"/>
              </a:ext>
            </a:extLst>
          </p:cNvPr>
          <p:cNvSpPr/>
          <p:nvPr/>
        </p:nvSpPr>
        <p:spPr>
          <a:xfrm>
            <a:off x="621792" y="1271016"/>
            <a:ext cx="1051560" cy="50292"/>
          </a:xfrm>
          <a:prstGeom prst="rect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9EAFF3-9DF2-88B8-BCDC-9EEBC01498EF}"/>
              </a:ext>
            </a:extLst>
          </p:cNvPr>
          <p:cNvSpPr txBox="1"/>
          <p:nvPr/>
        </p:nvSpPr>
        <p:spPr>
          <a:xfrm>
            <a:off x="621792" y="6492240"/>
            <a:ext cx="640080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8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6815F-C75D-D8A4-34FF-4B88429B8099}"/>
              </a:ext>
            </a:extLst>
          </p:cNvPr>
          <p:cNvSpPr txBox="1"/>
          <p:nvPr/>
        </p:nvSpPr>
        <p:spPr>
          <a:xfrm>
            <a:off x="11201400" y="6492240"/>
            <a:ext cx="365760" cy="1828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900" b="1">
                <a:solidFill>
                  <a:srgbClr val="B2C2D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F92E53-38FD-6D83-ED5C-2C6D529E95FA}"/>
              </a:ext>
            </a:extLst>
          </p:cNvPr>
          <p:cNvSpPr/>
          <p:nvPr/>
        </p:nvSpPr>
        <p:spPr>
          <a:xfrm>
            <a:off x="2910348" y="2222796"/>
            <a:ext cx="7285704" cy="3843707"/>
          </a:xfrm>
          <a:prstGeom prst="roundRect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186B8-080E-9260-E430-412800D54F8E}"/>
              </a:ext>
            </a:extLst>
          </p:cNvPr>
          <p:cNvSpPr txBox="1"/>
          <p:nvPr/>
        </p:nvSpPr>
        <p:spPr>
          <a:xfrm>
            <a:off x="8138160" y="2331720"/>
            <a:ext cx="3063240" cy="357021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0">
                <a:solidFill>
                  <a:srgbClr val="F5F8FC"/>
                </a:solidFill>
                <a:latin typeface="Aptos"/>
              </a:defRPr>
            </a:pPr>
            <a:r>
              <a:rPr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2ACAD-C12C-551D-B486-C28272FC0458}"/>
              </a:ext>
            </a:extLst>
          </p:cNvPr>
          <p:cNvSpPr txBox="1"/>
          <p:nvPr/>
        </p:nvSpPr>
        <p:spPr>
          <a:xfrm>
            <a:off x="383458" y="1587386"/>
            <a:ext cx="7021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https://github.com/saikeerthana-git-c/BudgetAnalyser-Java-Presentation</a:t>
            </a:r>
          </a:p>
        </p:txBody>
      </p:sp>
    </p:spTree>
    <p:extLst>
      <p:ext uri="{BB962C8B-B14F-4D97-AF65-F5344CB8AC3E}">
        <p14:creationId xmlns:p14="http://schemas.microsoft.com/office/powerpoint/2010/main" val="3128709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69680" y="594360"/>
            <a:ext cx="1828800" cy="1828800"/>
          </a:xfrm>
          <a:prstGeom prst="ellipse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29800" y="1828800"/>
            <a:ext cx="1188720" cy="1188720"/>
          </a:xfrm>
          <a:prstGeom prst="ellipse">
            <a:avLst/>
          </a:prstGeom>
          <a:solidFill>
            <a:srgbClr val="32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366760" y="3246120"/>
            <a:ext cx="685800" cy="685800"/>
          </a:xfrm>
          <a:prstGeom prst="ellipse">
            <a:avLst/>
          </a:prstGeom>
          <a:solidFill>
            <a:srgbClr val="FFC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3931920"/>
            <a:ext cx="914400" cy="914400"/>
          </a:xfrm>
          <a:prstGeom prst="ellipse">
            <a:avLst/>
          </a:prstGeom>
          <a:solidFill>
            <a:srgbClr val="1F3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685800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600" b="1">
                <a:solidFill>
                  <a:srgbClr val="F5F8FC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685800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900" b="1">
                <a:solidFill>
                  <a:srgbClr val="32DCBE"/>
                </a:solidFill>
                <a:latin typeface="Aptos"/>
              </a:defRPr>
            </a:pPr>
            <a:r>
              <a:t>Questions &amp; feedback are welcome.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657600"/>
            <a:ext cx="6583680" cy="1097280"/>
          </a:xfrm>
          <a:prstGeom prst="roundRect">
            <a:avLst/>
          </a:prstGeom>
          <a:solidFill>
            <a:srgbClr val="17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886200"/>
            <a:ext cx="6126480" cy="6400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2620030616 — Sai Keerthana</a:t>
            </a:r>
            <a:br/>
            <a:r>
              <a:t>2620030624 — Sai Praneeth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6263640"/>
            <a:ext cx="594360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2C2D6"/>
                </a:solidFill>
                <a:latin typeface="Aptos"/>
              </a:defRPr>
            </a:pPr>
            <a:r>
              <a:t>MONTHLY EXPENSE &amp; BUDGET ANALYZER •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1323</Words>
  <Application>Microsoft Office PowerPoint</Application>
  <PresentationFormat>Widescreen</PresentationFormat>
  <Paragraphs>117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Keerthana Pishke</cp:lastModifiedBy>
  <cp:revision>2</cp:revision>
  <dcterms:created xsi:type="dcterms:W3CDTF">2013-01-27T09:14:16Z</dcterms:created>
  <dcterms:modified xsi:type="dcterms:W3CDTF">2026-10-16T08:01:45Z</dcterms:modified>
  <cp:category/>
</cp:coreProperties>
</file>